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089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807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598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316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366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033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112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07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95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42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300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E103C-FC1B-4622-A0C9-A5F1D46EB013}" type="datetimeFigureOut">
              <a:rPr lang="hu-HU" smtClean="0"/>
              <a:t>2022. 08. 31.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32DAD-9D0F-49BE-AE34-4A66C1E4C0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603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3164714" y="808893"/>
            <a:ext cx="5650307" cy="2687342"/>
          </a:xfrm>
        </p:spPr>
        <p:txBody>
          <a:bodyPr>
            <a:noAutofit/>
          </a:bodyPr>
          <a:lstStyle/>
          <a:p>
            <a:r>
              <a:rPr lang="hu-HU" smtClean="0"/>
              <a:t>Bankkártya aktiválás </a:t>
            </a:r>
            <a:r>
              <a:rPr lang="hu-HU" dirty="0" smtClean="0"/>
              <a:t>folyamata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7413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A program indítását követően az alábbi menü fogad:</a:t>
            </a:r>
            <a:br>
              <a:rPr lang="hu-HU" dirty="0" smtClean="0"/>
            </a:b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64" y="1690688"/>
            <a:ext cx="7484267" cy="263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8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Bejelentkezés menüpontot választása esetén a program elkér egy felhasználónevet, és egy jelszót:</a:t>
            </a: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910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9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200" dirty="0" smtClean="0"/>
              <a:t>Sikeres bejelentkezést követően az alábbi menü válik elérhetővé. A program figyelmeztet, hogy az aktuális kártyánk még nincs aktiválva. Ezt az egyéb művelet menüponton belül kell orvosolni. </a:t>
            </a:r>
            <a:endParaRPr lang="hu-HU" sz="32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3150"/>
            <a:ext cx="8490417" cy="25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45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Az egyéb menüponton belül további menüpontok fogadnak. Kártyával kapcsolatos opciókkal folytatjuk tovább.</a:t>
            </a: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0408"/>
            <a:ext cx="7030047" cy="203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9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smtClean="0"/>
              <a:t>A kártyával kapcsolatos opciókon belül az alábbi menüpontok fogadnak. A bankkártya aktiválásához kiválasztjuk az 5-ös menüpontot.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3885"/>
            <a:ext cx="6455260" cy="35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5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600" dirty="0" smtClean="0"/>
              <a:t>A kártya aktiválás menüpont kiválasztása után egy üzenetet kapunk a sikeres műveletről, majd visszatérünk a kártyával kapcsolatos opciók menüre.</a:t>
            </a:r>
            <a:endParaRPr lang="hu-HU" sz="36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7020"/>
            <a:ext cx="6089040" cy="452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0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200" dirty="0" smtClean="0"/>
              <a:t>Hogy leellenőrizzük, tényleg sikerült-e végrehajtani a kártya aktiválást, az 1-es menüpont (Regisztrált kártyák listája) kiválasztásával megtekinthetjük bankkártyáink állapotát.</a:t>
            </a:r>
            <a:endParaRPr lang="hu-HU" sz="3200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5415"/>
            <a:ext cx="12192000" cy="149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4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</Words>
  <Application>Microsoft Office PowerPoint</Application>
  <PresentationFormat>Szélesvásznú</PresentationFormat>
  <Paragraphs>8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Office-téma</vt:lpstr>
      <vt:lpstr>Bankkártya aktiválás folyamata</vt:lpstr>
      <vt:lpstr>A program indítását követően az alábbi menü fogad: </vt:lpstr>
      <vt:lpstr>Bejelentkezés menüpontot választása esetén a program elkér egy felhasználónevet, és egy jelszót:</vt:lpstr>
      <vt:lpstr>Sikeres bejelentkezést követően az alábbi menü válik elérhetővé. A program figyelmeztet, hogy az aktuális kártyánk még nincs aktiválva. Ezt az egyéb művelet menüponton belül kell orvosolni. </vt:lpstr>
      <vt:lpstr>Az egyéb menüponton belül további menüpontok fogadnak. Kártyával kapcsolatos opciókkal folytatjuk tovább.</vt:lpstr>
      <vt:lpstr>A kártyával kapcsolatos opciókon belül az alábbi menüpontok fogadnak. A bankkártya aktiválásához kiválasztjuk az 5-ös menüpontot.</vt:lpstr>
      <vt:lpstr>A kártya aktiválás menüpont kiválasztása után egy üzenetet kapunk a sikeres műveletről, majd visszatérünk a kártyával kapcsolatos opciók menüre.</vt:lpstr>
      <vt:lpstr>Hogy leellenőrizzük, tényleg sikerült-e végrehajtani a kártya aktiválást, az 1-es menüpont (Regisztrált kártyák listája) kiválasztásával megtekinthetjük bankkártyáink állapotát.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Pénzletétel folyamata</dc:title>
  <dc:creator>User</dc:creator>
  <cp:lastModifiedBy>User</cp:lastModifiedBy>
  <cp:revision>3</cp:revision>
  <dcterms:created xsi:type="dcterms:W3CDTF">2022-08-31T16:14:17Z</dcterms:created>
  <dcterms:modified xsi:type="dcterms:W3CDTF">2022-08-31T16:44:28Z</dcterms:modified>
</cp:coreProperties>
</file>